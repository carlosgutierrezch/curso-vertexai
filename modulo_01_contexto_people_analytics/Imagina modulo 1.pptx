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DM Sans Medium"/>
      <p:regular r:id="rId21"/>
      <p:bold r:id="rId22"/>
      <p:italic r:id="rId23"/>
      <p:boldItalic r:id="rId24"/>
    </p:embeddedFont>
    <p:embeddedFont>
      <p:font typeface="DM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4187F9-7C08-423C-BE99-40DC80B3B864}">
  <a:tblStyle styleId="{114187F9-7C08-423C-BE99-40DC80B3B86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DMSansMedium-bold.fntdata"/><Relationship Id="rId21" Type="http://schemas.openxmlformats.org/officeDocument/2006/relationships/font" Target="fonts/DMSansMedium-regular.fntdata"/><Relationship Id="rId24" Type="http://schemas.openxmlformats.org/officeDocument/2006/relationships/font" Target="fonts/DMSansMedium-boldItalic.fntdata"/><Relationship Id="rId23" Type="http://schemas.openxmlformats.org/officeDocument/2006/relationships/font" Target="fonts/DMSans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Sans-bold.fntdata"/><Relationship Id="rId25" Type="http://schemas.openxmlformats.org/officeDocument/2006/relationships/font" Target="fonts/DMSans-regular.fntdata"/><Relationship Id="rId28" Type="http://schemas.openxmlformats.org/officeDocument/2006/relationships/font" Target="fonts/DMSans-boldItalic.fntdata"/><Relationship Id="rId27" Type="http://schemas.openxmlformats.org/officeDocument/2006/relationships/font" Target="fonts/DM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49ac8772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49ac8772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49ac8772f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49ac8772f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49ac8772f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49ac8772f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49b29e814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49b29e814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49b29e814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49b29e814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49ac8772f5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49ac8772f5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9b29e814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49b29e814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49b29e814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49b29e814a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49b29e814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49b29e814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9b29e814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49b29e814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49b29e814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49b29e814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49b29e814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49b29e814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49ac8772f5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49ac8772f5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792000" y="1790025"/>
            <a:ext cx="7560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2400">
                <a:solidFill>
                  <a:srgbClr val="BBBEBF"/>
                </a:solidFill>
              </a:rPr>
              <a:t>Google Cloud Platform y Vertex AI</a:t>
            </a:r>
            <a:r>
              <a:rPr lang="es" sz="2400">
                <a:solidFill>
                  <a:srgbClr val="BBBEBF"/>
                </a:solidFill>
              </a:rPr>
              <a:t> </a:t>
            </a:r>
            <a:r>
              <a:rPr b="1" lang="es" sz="2400">
                <a:solidFill>
                  <a:srgbClr val="BBBEBF"/>
                </a:solidFill>
              </a:rPr>
              <a:t>para Analistas de Datos Avanzados</a:t>
            </a:r>
            <a:endParaRPr b="1" sz="2400">
              <a:solidFill>
                <a:srgbClr val="FFFFFF"/>
              </a:solidFill>
              <a:latin typeface="DM Sans"/>
              <a:ea typeface="DM Sans"/>
              <a:cs typeface="DM Sans"/>
              <a:sym typeface="DM Sans"/>
            </a:endParaRPr>
          </a:p>
        </p:txBody>
      </p:sp>
      <p:sp>
        <p:nvSpPr>
          <p:cNvPr id="55" name="Google Shape;55;p13"/>
          <p:cNvSpPr txBox="1"/>
          <p:nvPr/>
        </p:nvSpPr>
        <p:spPr>
          <a:xfrm>
            <a:off x="496200" y="2621313"/>
            <a:ext cx="8151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800">
                <a:solidFill>
                  <a:srgbClr val="FFFFFF"/>
                </a:solidFill>
                <a:latin typeface="DM Sans Medium"/>
                <a:ea typeface="DM Sans Medium"/>
                <a:cs typeface="DM Sans Medium"/>
                <a:sym typeface="DM Sans Medium"/>
              </a:rPr>
              <a:t>Carlos Gutiérrez</a:t>
            </a:r>
            <a:endParaRPr sz="1800">
              <a:solidFill>
                <a:srgbClr val="FFFFFF"/>
              </a:solidFill>
              <a:latin typeface="DM Sans Medium"/>
              <a:ea typeface="DM Sans Medium"/>
              <a:cs typeface="DM Sans Medium"/>
              <a:sym typeface="DM Sans Medium"/>
            </a:endParaRPr>
          </a:p>
        </p:txBody>
      </p:sp>
      <p:sp>
        <p:nvSpPr>
          <p:cNvPr id="56" name="Google Shape;56;p13"/>
          <p:cNvSpPr txBox="1"/>
          <p:nvPr/>
        </p:nvSpPr>
        <p:spPr>
          <a:xfrm>
            <a:off x="496200" y="2975257"/>
            <a:ext cx="8151600" cy="346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050">
                <a:solidFill>
                  <a:srgbClr val="BBBEBF"/>
                </a:solidFill>
              </a:rPr>
              <a:t> Contexto Real de Analítica de Datos en People Analytics</a:t>
            </a:r>
            <a:endParaRPr sz="1200">
              <a:solidFill>
                <a:srgbClr val="FFFFFF"/>
              </a:solidFill>
              <a:latin typeface="DM Sans Medium"/>
              <a:ea typeface="DM Sans Medium"/>
              <a:cs typeface="DM Sans Medium"/>
              <a:sym typeface="DM Sans Medium"/>
            </a:endParaRPr>
          </a:p>
        </p:txBody>
      </p:sp>
      <p:sp>
        <p:nvSpPr>
          <p:cNvPr id="57" name="Google Shape;57;p13"/>
          <p:cNvSpPr txBox="1"/>
          <p:nvPr/>
        </p:nvSpPr>
        <p:spPr>
          <a:xfrm>
            <a:off x="7291132" y="120225"/>
            <a:ext cx="1681500" cy="2616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t/>
            </a:r>
            <a:endParaRPr sz="800">
              <a:solidFill>
                <a:srgbClr val="FFFFFF"/>
              </a:solidFill>
              <a:latin typeface="DM Sans Medium"/>
              <a:ea typeface="DM Sans Medium"/>
              <a:cs typeface="DM Sans Medium"/>
              <a:sym typeface="DM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477100" y="579013"/>
            <a:ext cx="7886700" cy="527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s" sz="2000">
                <a:solidFill>
                  <a:schemeClr val="dk1"/>
                </a:solidFill>
                <a:latin typeface="DM Sans"/>
                <a:ea typeface="DM Sans"/>
                <a:cs typeface="DM Sans"/>
                <a:sym typeface="DM Sans"/>
              </a:rPr>
              <a:t>Índice</a:t>
            </a:r>
            <a:endParaRPr b="1" sz="2000">
              <a:solidFill>
                <a:schemeClr val="dk1"/>
              </a:solidFill>
              <a:latin typeface="DM Sans"/>
              <a:ea typeface="DM Sans"/>
              <a:cs typeface="DM Sans"/>
              <a:sym typeface="DM Sans"/>
            </a:endParaRPr>
          </a:p>
        </p:txBody>
      </p:sp>
      <p:sp>
        <p:nvSpPr>
          <p:cNvPr id="63" name="Google Shape;63;p14"/>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PEOPLE ANALYTICS</a:t>
            </a:r>
            <a:endParaRPr sz="700">
              <a:solidFill>
                <a:srgbClr val="303030"/>
              </a:solidFill>
              <a:latin typeface="DM Sans Medium"/>
              <a:ea typeface="DM Sans Medium"/>
              <a:cs typeface="DM Sans Medium"/>
              <a:sym typeface="DM Sans Medium"/>
            </a:endParaRPr>
          </a:p>
        </p:txBody>
      </p:sp>
      <p:sp>
        <p:nvSpPr>
          <p:cNvPr id="64" name="Google Shape;64;p14"/>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graphicFrame>
        <p:nvGraphicFramePr>
          <p:cNvPr id="65" name="Google Shape;65;p14"/>
          <p:cNvGraphicFramePr/>
          <p:nvPr/>
        </p:nvGraphicFramePr>
        <p:xfrm>
          <a:off x="477100" y="1210963"/>
          <a:ext cx="3000000" cy="3000000"/>
        </p:xfrm>
        <a:graphic>
          <a:graphicData uri="http://schemas.openxmlformats.org/drawingml/2006/table">
            <a:tbl>
              <a:tblPr>
                <a:noFill/>
                <a:tableStyleId>{114187F9-7C08-423C-BE99-40DC80B3B864}</a:tableStyleId>
              </a:tblPr>
              <a:tblGrid>
                <a:gridCol w="712700"/>
                <a:gridCol w="3012750"/>
                <a:gridCol w="863875"/>
              </a:tblGrid>
              <a:tr h="276225">
                <a:tc>
                  <a:txBody>
                    <a:bodyPr/>
                    <a:lstStyle/>
                    <a:p>
                      <a:pPr indent="0" lvl="0" marL="0" rtl="0" algn="l">
                        <a:lnSpc>
                          <a:spcPct val="115000"/>
                        </a:lnSpc>
                        <a:spcBef>
                          <a:spcPts val="0"/>
                        </a:spcBef>
                        <a:spcAft>
                          <a:spcPts val="700"/>
                        </a:spcAft>
                        <a:buNone/>
                      </a:pPr>
                      <a:r>
                        <a:rPr b="1" lang="es" sz="1050">
                          <a:solidFill>
                            <a:schemeClr val="dk1"/>
                          </a:solidFill>
                        </a:rPr>
                        <a:t>Bloque</a:t>
                      </a:r>
                      <a:endParaRPr b="1" sz="1050">
                        <a:solidFill>
                          <a:schemeClr val="dk1"/>
                        </a:solidFill>
                      </a:endParaRPr>
                    </a:p>
                  </a:txBody>
                  <a:tcPr marT="47625" marB="47625" marR="95250" marL="95250">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b="1" lang="es" sz="1050">
                          <a:solidFill>
                            <a:schemeClr val="dk1"/>
                          </a:solidFill>
                        </a:rPr>
                        <a:t>Tema</a:t>
                      </a:r>
                      <a:endParaRPr b="1" sz="1050">
                        <a:solidFill>
                          <a:schemeClr val="dk1"/>
                        </a:solidFill>
                      </a:endParaRPr>
                    </a:p>
                  </a:txBody>
                  <a:tcPr marT="47625" marB="47625" marR="95250" marL="95250">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b="1" lang="es" sz="1050">
                          <a:solidFill>
                            <a:schemeClr val="dk1"/>
                          </a:solidFill>
                        </a:rPr>
                        <a:t>Duración</a:t>
                      </a:r>
                      <a:endParaRPr b="1" sz="1050">
                        <a:solidFill>
                          <a:schemeClr val="dk1"/>
                        </a:solidFill>
                      </a:endParaRPr>
                    </a:p>
                  </a:txBody>
                  <a:tcPr marT="47625" marB="47625" marR="95250" marL="95250">
                    <a:lnB cap="flat" cmpd="sng" w="6350">
                      <a:solidFill>
                        <a:srgbClr val="000000"/>
                      </a:solidFill>
                      <a:prstDash val="solid"/>
                      <a:round/>
                      <a:headEnd len="sm" w="sm" type="none"/>
                      <a:tailEnd len="sm" w="sm" type="none"/>
                    </a:lnB>
                  </a:tcPr>
                </a:tc>
              </a:tr>
              <a:tr h="276225">
                <a:tc>
                  <a:txBody>
                    <a:bodyPr/>
                    <a:lstStyle/>
                    <a:p>
                      <a:pPr indent="0" lvl="0" marL="0" rtl="0" algn="l">
                        <a:lnSpc>
                          <a:spcPct val="115000"/>
                        </a:lnSpc>
                        <a:spcBef>
                          <a:spcPts val="0"/>
                        </a:spcBef>
                        <a:spcAft>
                          <a:spcPts val="700"/>
                        </a:spcAft>
                        <a:buNone/>
                      </a:pPr>
                      <a:r>
                        <a:rPr lang="es" sz="1050">
                          <a:solidFill>
                            <a:schemeClr val="dk1"/>
                          </a:solidFill>
                        </a:rPr>
                        <a:t>1</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lang="es" sz="1050">
                          <a:solidFill>
                            <a:schemeClr val="dk1"/>
                          </a:solidFill>
                        </a:rPr>
                        <a:t>El dato de personas: qué lo hace diferente</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lang="es" sz="1050">
                          <a:solidFill>
                            <a:schemeClr val="dk1"/>
                          </a:solidFill>
                        </a:rPr>
                        <a:t>20 min</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76225">
                <a:tc>
                  <a:txBody>
                    <a:bodyPr/>
                    <a:lstStyle/>
                    <a:p>
                      <a:pPr indent="0" lvl="0" marL="0" rtl="0" algn="l">
                        <a:lnSpc>
                          <a:spcPct val="115000"/>
                        </a:lnSpc>
                        <a:spcBef>
                          <a:spcPts val="0"/>
                        </a:spcBef>
                        <a:spcAft>
                          <a:spcPts val="700"/>
                        </a:spcAft>
                        <a:buNone/>
                      </a:pPr>
                      <a:r>
                        <a:rPr lang="es" sz="1050">
                          <a:solidFill>
                            <a:schemeClr val="dk1"/>
                          </a:solidFill>
                        </a:rPr>
                        <a:t>2</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lang="es" sz="1050">
                          <a:solidFill>
                            <a:schemeClr val="dk1"/>
                          </a:solidFill>
                        </a:rPr>
                        <a:t>Casos reales y aplicaciones</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lang="es" sz="1050">
                          <a:solidFill>
                            <a:schemeClr val="dk1"/>
                          </a:solidFill>
                        </a:rPr>
                        <a:t>25 min</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76225">
                <a:tc>
                  <a:txBody>
                    <a:bodyPr/>
                    <a:lstStyle/>
                    <a:p>
                      <a:pPr indent="0" lvl="0" marL="0" rtl="0" algn="l">
                        <a:lnSpc>
                          <a:spcPct val="115000"/>
                        </a:lnSpc>
                        <a:spcBef>
                          <a:spcPts val="0"/>
                        </a:spcBef>
                        <a:spcAft>
                          <a:spcPts val="700"/>
                        </a:spcAft>
                        <a:buNone/>
                      </a:pPr>
                      <a:r>
                        <a:rPr lang="es" sz="1050">
                          <a:solidFill>
                            <a:schemeClr val="dk1"/>
                          </a:solidFill>
                        </a:rPr>
                        <a:t>3</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lang="es" sz="1050">
                          <a:solidFill>
                            <a:schemeClr val="dk1"/>
                          </a:solidFill>
                        </a:rPr>
                        <a:t>Marco regulatorio y ético</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lang="es" sz="1050">
                          <a:solidFill>
                            <a:schemeClr val="dk1"/>
                          </a:solidFill>
                        </a:rPr>
                        <a:t>20 min</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76225">
                <a:tc>
                  <a:txBody>
                    <a:bodyPr/>
                    <a:lstStyle/>
                    <a:p>
                      <a:pPr indent="0" lvl="0" marL="0" rtl="0" algn="l">
                        <a:lnSpc>
                          <a:spcPct val="115000"/>
                        </a:lnSpc>
                        <a:spcBef>
                          <a:spcPts val="0"/>
                        </a:spcBef>
                        <a:spcAft>
                          <a:spcPts val="700"/>
                        </a:spcAft>
                        <a:buNone/>
                      </a:pPr>
                      <a:r>
                        <a:rPr lang="es" sz="1050">
                          <a:solidFill>
                            <a:schemeClr val="dk1"/>
                          </a:solidFill>
                        </a:rPr>
                        <a:t>4</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lang="es" sz="1050">
                          <a:solidFill>
                            <a:schemeClr val="dk1"/>
                          </a:solidFill>
                        </a:rPr>
                        <a:t>Organización y madurez</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700"/>
                        </a:spcAft>
                        <a:buNone/>
                      </a:pPr>
                      <a:r>
                        <a:rPr lang="es" sz="1050">
                          <a:solidFill>
                            <a:schemeClr val="dk1"/>
                          </a:solidFill>
                        </a:rPr>
                        <a:t>15 min</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57200">
                <a:tc>
                  <a:txBody>
                    <a:bodyPr/>
                    <a:lstStyle/>
                    <a:p>
                      <a:pPr indent="0" lvl="0" marL="0" rtl="0" algn="l">
                        <a:lnSpc>
                          <a:spcPct val="115000"/>
                        </a:lnSpc>
                        <a:spcBef>
                          <a:spcPts val="0"/>
                        </a:spcBef>
                        <a:spcAft>
                          <a:spcPts val="700"/>
                        </a:spcAft>
                        <a:buNone/>
                      </a:pPr>
                      <a:r>
                        <a:rPr lang="es" sz="1050">
                          <a:solidFill>
                            <a:schemeClr val="dk1"/>
                          </a:solidFill>
                        </a:rPr>
                        <a:t>5</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700"/>
                        </a:spcAft>
                        <a:buNone/>
                      </a:pPr>
                      <a:r>
                        <a:rPr lang="es" sz="1050">
                          <a:solidFill>
                            <a:schemeClr val="dk1"/>
                          </a:solidFill>
                        </a:rPr>
                        <a:t>Q&amp;A y discusión</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s" sz="1050">
                          <a:solidFill>
                            <a:schemeClr val="dk1"/>
                          </a:solidFill>
                        </a:rPr>
                        <a:t>30 min</a:t>
                      </a:r>
                      <a:endParaRPr sz="1050">
                        <a:solidFill>
                          <a:schemeClr val="dk1"/>
                        </a:solidFill>
                      </a:endParaRPr>
                    </a:p>
                    <a:p>
                      <a:pPr indent="0" lvl="0" marL="0" rtl="0" algn="l">
                        <a:lnSpc>
                          <a:spcPct val="115000"/>
                        </a:lnSpc>
                        <a:spcBef>
                          <a:spcPts val="700"/>
                        </a:spcBef>
                        <a:spcAft>
                          <a:spcPts val="700"/>
                        </a:spcAft>
                        <a:buNone/>
                      </a:pPr>
                      <a:r>
                        <a:t/>
                      </a:r>
                      <a:endParaRPr sz="1050">
                        <a:solidFill>
                          <a:schemeClr val="dk1"/>
                        </a:solidFill>
                      </a:endParaRPr>
                    </a:p>
                  </a:txBody>
                  <a:tcPr marT="47625" marB="47625" marR="95250" marL="95250">
                    <a:lnT cap="flat" cmpd="sng" w="6350">
                      <a:solidFill>
                        <a:srgbClr val="000000"/>
                      </a:solidFill>
                      <a:prstDash val="solid"/>
                      <a:round/>
                      <a:headEnd len="sm" w="sm" type="none"/>
                      <a:tailEnd len="sm" w="sm" type="none"/>
                    </a:lnT>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p15"/>
          <p:cNvSpPr txBox="1"/>
          <p:nvPr/>
        </p:nvSpPr>
        <p:spPr>
          <a:xfrm>
            <a:off x="6084795" y="120225"/>
            <a:ext cx="28878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FFFFFF"/>
                </a:solidFill>
                <a:latin typeface="DM Sans Medium"/>
                <a:ea typeface="DM Sans Medium"/>
                <a:cs typeface="DM Sans Medium"/>
                <a:sym typeface="DM Sans Medium"/>
              </a:rPr>
              <a:t>FECHA (EJ. AÑO)</a:t>
            </a:r>
            <a:endParaRPr sz="700">
              <a:solidFill>
                <a:srgbClr val="FFFFFF"/>
              </a:solidFill>
              <a:latin typeface="DM Sans Medium"/>
              <a:ea typeface="DM Sans Medium"/>
              <a:cs typeface="DM Sans Medium"/>
              <a:sym typeface="DM Sans Medium"/>
            </a:endParaRPr>
          </a:p>
        </p:txBody>
      </p:sp>
      <p:sp>
        <p:nvSpPr>
          <p:cNvPr id="71" name="Google Shape;71;p15"/>
          <p:cNvSpPr txBox="1"/>
          <p:nvPr/>
        </p:nvSpPr>
        <p:spPr>
          <a:xfrm>
            <a:off x="792000" y="2417475"/>
            <a:ext cx="7560000" cy="661800"/>
          </a:xfrm>
          <a:prstGeom prst="rect">
            <a:avLst/>
          </a:prstGeom>
          <a:noFill/>
          <a:ln>
            <a:noFill/>
          </a:ln>
        </p:spPr>
        <p:txBody>
          <a:bodyPr anchorCtr="0" anchor="ctr" bIns="68575" lIns="68575" spcFirstLastPara="1" rIns="68575" wrap="square" tIns="68575">
            <a:spAutoFit/>
          </a:bodyPr>
          <a:lstStyle/>
          <a:p>
            <a:pPr indent="0" lvl="0" marL="0" rtl="0" algn="ctr">
              <a:spcBef>
                <a:spcPts val="0"/>
              </a:spcBef>
              <a:spcAft>
                <a:spcPts val="0"/>
              </a:spcAft>
              <a:buNone/>
            </a:pPr>
            <a:r>
              <a:rPr b="1" lang="es" sz="3400">
                <a:solidFill>
                  <a:srgbClr val="FFFFFF"/>
                </a:solidFill>
                <a:latin typeface="DM Sans"/>
                <a:ea typeface="DM Sans"/>
                <a:cs typeface="DM Sans"/>
                <a:sym typeface="DM Sans"/>
              </a:rPr>
              <a:t>Nombre el apartado</a:t>
            </a:r>
            <a:endParaRPr b="1" sz="3400">
              <a:solidFill>
                <a:srgbClr val="FFFFFF"/>
              </a:solidFill>
              <a:latin typeface="DM Sans"/>
              <a:ea typeface="DM Sans"/>
              <a:cs typeface="DM Sans"/>
              <a:sym typeface="DM Sans"/>
            </a:endParaRPr>
          </a:p>
        </p:txBody>
      </p:sp>
      <p:sp>
        <p:nvSpPr>
          <p:cNvPr id="72" name="Google Shape;72;p15"/>
          <p:cNvSpPr txBox="1"/>
          <p:nvPr/>
        </p:nvSpPr>
        <p:spPr>
          <a:xfrm>
            <a:off x="1078650" y="1355469"/>
            <a:ext cx="6986700" cy="1062000"/>
          </a:xfrm>
          <a:prstGeom prst="rect">
            <a:avLst/>
          </a:prstGeom>
          <a:noFill/>
          <a:ln>
            <a:noFill/>
          </a:ln>
        </p:spPr>
        <p:txBody>
          <a:bodyPr anchorCtr="0" anchor="ctr" bIns="68575" lIns="68575" spcFirstLastPara="1" rIns="68575" wrap="square" tIns="68575">
            <a:spAutoFit/>
          </a:bodyPr>
          <a:lstStyle/>
          <a:p>
            <a:pPr indent="0" lvl="0" marL="0" rtl="0" algn="ctr">
              <a:spcBef>
                <a:spcPts val="0"/>
              </a:spcBef>
              <a:spcAft>
                <a:spcPts val="0"/>
              </a:spcAft>
              <a:buNone/>
            </a:pPr>
            <a:r>
              <a:rPr b="1" lang="es" sz="6000">
                <a:solidFill>
                  <a:srgbClr val="FFFFFF"/>
                </a:solidFill>
                <a:latin typeface="DM Sans"/>
                <a:ea typeface="DM Sans"/>
                <a:cs typeface="DM Sans"/>
                <a:sym typeface="DM Sans"/>
              </a:rPr>
              <a:t>X</a:t>
            </a:r>
            <a:endParaRPr b="1" sz="6000">
              <a:solidFill>
                <a:srgbClr val="FFFFFF"/>
              </a:solidFill>
              <a:latin typeface="DM Sans"/>
              <a:ea typeface="DM Sans"/>
              <a:cs typeface="DM Sans"/>
              <a:sym typeface="DM Sans"/>
            </a:endParaRPr>
          </a:p>
        </p:txBody>
      </p:sp>
      <p:sp>
        <p:nvSpPr>
          <p:cNvPr id="73" name="Google Shape;73;p15"/>
          <p:cNvSpPr txBox="1"/>
          <p:nvPr/>
        </p:nvSpPr>
        <p:spPr>
          <a:xfrm>
            <a:off x="152400" y="4767275"/>
            <a:ext cx="25257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FFFFFF"/>
                </a:solidFill>
                <a:latin typeface="DM Sans Medium"/>
                <a:ea typeface="DM Sans Medium"/>
                <a:cs typeface="DM Sans Medium"/>
                <a:sym typeface="DM Sans Medium"/>
              </a:rPr>
              <a:t>TÍTULO DE LA PRESENTACIÓN</a:t>
            </a:r>
            <a:endParaRPr sz="700">
              <a:solidFill>
                <a:srgbClr val="FFFFFF"/>
              </a:solidFill>
              <a:latin typeface="DM Sans Medium"/>
              <a:ea typeface="DM Sans Medium"/>
              <a:cs typeface="DM Sans Medium"/>
              <a:sym typeface="DM Sa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nvSpPr>
        <p:spPr>
          <a:xfrm>
            <a:off x="628650" y="678263"/>
            <a:ext cx="7886700" cy="527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s" sz="2000">
                <a:latin typeface="DM Sans"/>
                <a:ea typeface="DM Sans"/>
                <a:cs typeface="DM Sans"/>
                <a:sym typeface="DM Sans"/>
              </a:rPr>
              <a:t>Título del subapartado</a:t>
            </a:r>
            <a:endParaRPr b="1" sz="2000">
              <a:solidFill>
                <a:srgbClr val="000000"/>
              </a:solidFill>
              <a:latin typeface="DM Sans"/>
              <a:ea typeface="DM Sans"/>
              <a:cs typeface="DM Sans"/>
              <a:sym typeface="DM Sans"/>
            </a:endParaRPr>
          </a:p>
        </p:txBody>
      </p:sp>
      <p:sp>
        <p:nvSpPr>
          <p:cNvPr id="79" name="Google Shape;79;p16"/>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80" name="Google Shape;80;p16"/>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81" name="Google Shape;81;p16"/>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sp>
        <p:nvSpPr>
          <p:cNvPr id="82" name="Google Shape;82;p16"/>
          <p:cNvSpPr txBox="1"/>
          <p:nvPr/>
        </p:nvSpPr>
        <p:spPr>
          <a:xfrm>
            <a:off x="628650" y="1296000"/>
            <a:ext cx="7886700" cy="3117600"/>
          </a:xfrm>
          <a:prstGeom prst="rect">
            <a:avLst/>
          </a:prstGeom>
          <a:noFill/>
          <a:ln>
            <a:noFill/>
          </a:ln>
        </p:spPr>
        <p:txBody>
          <a:bodyPr anchorCtr="0" anchor="t" bIns="34275" lIns="68575" spcFirstLastPara="1" rIns="68575" wrap="square" tIns="34275">
            <a:noAutofit/>
          </a:bodyPr>
          <a:lstStyle/>
          <a:p>
            <a:pPr indent="-311150" lvl="0" marL="457200" rtl="0" algn="l">
              <a:lnSpc>
                <a:spcPct val="150000"/>
              </a:lnSpc>
              <a:spcBef>
                <a:spcPts val="1200"/>
              </a:spcBef>
              <a:spcAft>
                <a:spcPts val="0"/>
              </a:spcAft>
              <a:buSzPts val="1300"/>
              <a:buFont typeface="DM Sans"/>
              <a:buChar char="●"/>
            </a:pPr>
            <a:r>
              <a:rPr lang="es" sz="1300">
                <a:latin typeface="DM Sans"/>
                <a:ea typeface="DM Sans"/>
                <a:cs typeface="DM Sans"/>
                <a:sym typeface="DM Sans"/>
              </a:rPr>
              <a:t>Lorem ipsum dolor sit amet, consectetur adipiscing elit, sed do eiusmod tempor incididunt ut labore et dolore magna aliqua. </a:t>
            </a:r>
            <a:endParaRPr sz="1300">
              <a:latin typeface="DM Sans"/>
              <a:ea typeface="DM Sans"/>
              <a:cs typeface="DM Sans"/>
              <a:sym typeface="DM Sans"/>
            </a:endParaRPr>
          </a:p>
          <a:p>
            <a:pPr indent="-311150" lvl="0" marL="457200" rtl="0" algn="l">
              <a:lnSpc>
                <a:spcPct val="150000"/>
              </a:lnSpc>
              <a:spcBef>
                <a:spcPts val="0"/>
              </a:spcBef>
              <a:spcAft>
                <a:spcPts val="0"/>
              </a:spcAft>
              <a:buSzPts val="1300"/>
              <a:buFont typeface="DM Sans"/>
              <a:buChar char="●"/>
            </a:pPr>
            <a:r>
              <a:rPr lang="es" sz="1300">
                <a:latin typeface="DM Sans"/>
                <a:ea typeface="DM Sans"/>
                <a:cs typeface="DM Sans"/>
                <a:sym typeface="DM Sans"/>
              </a:rPr>
              <a:t>Ut enim ad minim veniam, quis nostrud exercitation ullamco laboris nisi ut aliquip ex ea commodo consequat. </a:t>
            </a:r>
            <a:endParaRPr sz="1300">
              <a:latin typeface="DM Sans"/>
              <a:ea typeface="DM Sans"/>
              <a:cs typeface="DM Sans"/>
              <a:sym typeface="DM Sans"/>
            </a:endParaRPr>
          </a:p>
          <a:p>
            <a:pPr indent="-311150" lvl="0" marL="457200" rtl="0" algn="l">
              <a:lnSpc>
                <a:spcPct val="150000"/>
              </a:lnSpc>
              <a:spcBef>
                <a:spcPts val="0"/>
              </a:spcBef>
              <a:spcAft>
                <a:spcPts val="0"/>
              </a:spcAft>
              <a:buSzPts val="1300"/>
              <a:buFont typeface="DM Sans"/>
              <a:buChar char="●"/>
            </a:pPr>
            <a:r>
              <a:rPr lang="es" sz="1300">
                <a:latin typeface="DM Sans"/>
                <a:ea typeface="DM Sans"/>
                <a:cs typeface="DM Sans"/>
                <a:sym typeface="DM Sans"/>
              </a:rPr>
              <a:t>Duis aute irure dolor in reprehenderit in voluptate velit esse cillum dolore eu fugiat nulla pariatur. </a:t>
            </a:r>
            <a:endParaRPr sz="1300">
              <a:latin typeface="DM Sans"/>
              <a:ea typeface="DM Sans"/>
              <a:cs typeface="DM Sans"/>
              <a:sym typeface="DM Sans"/>
            </a:endParaRPr>
          </a:p>
          <a:p>
            <a:pPr indent="-311150" lvl="0" marL="457200" rtl="0" algn="l">
              <a:lnSpc>
                <a:spcPct val="150000"/>
              </a:lnSpc>
              <a:spcBef>
                <a:spcPts val="0"/>
              </a:spcBef>
              <a:spcAft>
                <a:spcPts val="0"/>
              </a:spcAft>
              <a:buSzPts val="1300"/>
              <a:buFont typeface="DM Sans"/>
              <a:buChar char="●"/>
            </a:pPr>
            <a:r>
              <a:rPr lang="es" sz="1300">
                <a:latin typeface="DM Sans"/>
                <a:ea typeface="DM Sans"/>
                <a:cs typeface="DM Sans"/>
                <a:sym typeface="DM Sans"/>
              </a:rPr>
              <a:t>Excepteur sint occaecat cupidatat non proident, sunt in culpa qui officia deserunt mollit anim id est laborum.</a:t>
            </a:r>
            <a:endParaRPr sz="1300">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nvSpPr>
        <p:spPr>
          <a:xfrm>
            <a:off x="628650" y="678263"/>
            <a:ext cx="7886700" cy="527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s" sz="2000">
                <a:latin typeface="DM Sans"/>
                <a:ea typeface="DM Sans"/>
                <a:cs typeface="DM Sans"/>
                <a:sym typeface="DM Sans"/>
              </a:rPr>
              <a:t>Título del subapartado</a:t>
            </a:r>
            <a:endParaRPr b="1" sz="2000">
              <a:solidFill>
                <a:srgbClr val="000000"/>
              </a:solidFill>
              <a:latin typeface="DM Sans"/>
              <a:ea typeface="DM Sans"/>
              <a:cs typeface="DM Sans"/>
              <a:sym typeface="DM Sans"/>
            </a:endParaRPr>
          </a:p>
        </p:txBody>
      </p:sp>
      <p:sp>
        <p:nvSpPr>
          <p:cNvPr id="88" name="Google Shape;88;p17"/>
          <p:cNvSpPr txBox="1"/>
          <p:nvPr/>
        </p:nvSpPr>
        <p:spPr>
          <a:xfrm>
            <a:off x="628650" y="1296000"/>
            <a:ext cx="7886700" cy="31176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200"/>
              </a:spcBef>
              <a:spcAft>
                <a:spcPts val="0"/>
              </a:spcAft>
              <a:buNone/>
            </a:pPr>
            <a:r>
              <a:rPr lang="es" sz="1300">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300">
              <a:latin typeface="DM Sans"/>
              <a:ea typeface="DM Sans"/>
              <a:cs typeface="DM Sans"/>
              <a:sym typeface="DM Sans"/>
            </a:endParaRPr>
          </a:p>
        </p:txBody>
      </p:sp>
      <p:sp>
        <p:nvSpPr>
          <p:cNvPr id="89" name="Google Shape;89;p17"/>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90" name="Google Shape;90;p17"/>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91" name="Google Shape;91;p17"/>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nvSpPr>
        <p:spPr>
          <a:xfrm>
            <a:off x="628650" y="704112"/>
            <a:ext cx="7886700" cy="37353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200"/>
              </a:spcBef>
              <a:spcAft>
                <a:spcPts val="0"/>
              </a:spcAft>
              <a:buNone/>
            </a:pPr>
            <a:r>
              <a:rPr lang="es" sz="1300">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300">
              <a:latin typeface="DM Sans"/>
              <a:ea typeface="DM Sans"/>
              <a:cs typeface="DM Sans"/>
              <a:sym typeface="DM Sans"/>
            </a:endParaRPr>
          </a:p>
          <a:p>
            <a:pPr indent="0" lvl="0" marL="0" rtl="0" algn="just">
              <a:lnSpc>
                <a:spcPct val="150000"/>
              </a:lnSpc>
              <a:spcBef>
                <a:spcPts val="1200"/>
              </a:spcBef>
              <a:spcAft>
                <a:spcPts val="0"/>
              </a:spcAft>
              <a:buClr>
                <a:schemeClr val="dk1"/>
              </a:buClr>
              <a:buSzPts val="1100"/>
              <a:buFont typeface="Arial"/>
              <a:buNone/>
            </a:pPr>
            <a:r>
              <a:rPr lang="es" sz="1300">
                <a:solidFill>
                  <a:schemeClr val="dk1"/>
                </a:solidFill>
                <a:latin typeface="DM Sans"/>
                <a:ea typeface="DM Sans"/>
                <a:cs typeface="DM Sans"/>
                <a:sym typeface="DM Sans"/>
              </a:rPr>
              <a:t>"Sed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 et dolore magnam aliquam quaerat voluptatem. Ut enim ad minima veniam, quis nostrum exercitationem ullam corporis suscipit laboriosam</a:t>
            </a:r>
            <a:endParaRPr sz="1300">
              <a:solidFill>
                <a:schemeClr val="dk1"/>
              </a:solidFill>
              <a:latin typeface="DM Sans"/>
              <a:ea typeface="DM Sans"/>
              <a:cs typeface="DM Sans"/>
              <a:sym typeface="DM Sans"/>
            </a:endParaRPr>
          </a:p>
        </p:txBody>
      </p:sp>
      <p:sp>
        <p:nvSpPr>
          <p:cNvPr id="97" name="Google Shape;97;p18"/>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98" name="Google Shape;98;p18"/>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99" name="Google Shape;99;p18"/>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nvSpPr>
        <p:spPr>
          <a:xfrm>
            <a:off x="628650" y="1296000"/>
            <a:ext cx="3834000" cy="31176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000"/>
              </a:spcBef>
              <a:spcAft>
                <a:spcPts val="0"/>
              </a:spcAft>
              <a:buNone/>
            </a:pPr>
            <a:r>
              <a:rPr lang="es" sz="1300">
                <a:solidFill>
                  <a:schemeClr val="dk1"/>
                </a:solidFill>
                <a:latin typeface="DM Sans"/>
                <a:ea typeface="DM Sans"/>
                <a:cs typeface="DM Sans"/>
                <a:sym typeface="DM Sans"/>
              </a:rPr>
              <a:t>Lorem ipsum dolor sit amet, consectetur adipiscing elit, do eiusmod tempor incididunt ut labore et dolore magna aliqua. Ut enim ad minim veniam, quis nostrud exercitation ullamco laboris nisi it aliquip ex ea commodo consequat. </a:t>
            </a:r>
            <a:endParaRPr sz="1300">
              <a:solidFill>
                <a:schemeClr val="dk1"/>
              </a:solidFill>
              <a:latin typeface="DM Sans"/>
              <a:ea typeface="DM Sans"/>
              <a:cs typeface="DM Sans"/>
              <a:sym typeface="DM Sans"/>
            </a:endParaRPr>
          </a:p>
          <a:p>
            <a:pPr indent="0" lvl="0" marL="0" rtl="0" algn="just">
              <a:lnSpc>
                <a:spcPct val="150000"/>
              </a:lnSpc>
              <a:spcBef>
                <a:spcPts val="1200"/>
              </a:spcBef>
              <a:spcAft>
                <a:spcPts val="0"/>
              </a:spcAft>
              <a:buClr>
                <a:schemeClr val="dk1"/>
              </a:buClr>
              <a:buSzPts val="1100"/>
              <a:buFont typeface="Arial"/>
              <a:buNone/>
            </a:pPr>
            <a:r>
              <a:rPr lang="es" sz="1300">
                <a:solidFill>
                  <a:schemeClr val="dk1"/>
                </a:solidFill>
                <a:latin typeface="DM Sans"/>
                <a:ea typeface="DM Sans"/>
                <a:cs typeface="DM Sans"/>
                <a:sym typeface="DM Sans"/>
              </a:rPr>
              <a:t>Lorem ipsum dolor sit amet, consectetur adipiscing elit, sed eiusmod tempor incididunt ut labore et dolore magna aliqua. Enim ad minim veniam, quis nostrud exercitation ullamco labori nisi ut aliquip ex ea commodo consequat.</a:t>
            </a:r>
            <a:endParaRPr sz="1300">
              <a:latin typeface="DM Sans"/>
              <a:ea typeface="DM Sans"/>
              <a:cs typeface="DM Sans"/>
              <a:sym typeface="DM Sans"/>
            </a:endParaRPr>
          </a:p>
        </p:txBody>
      </p:sp>
      <p:sp>
        <p:nvSpPr>
          <p:cNvPr id="105" name="Google Shape;105;p19"/>
          <p:cNvSpPr txBox="1"/>
          <p:nvPr/>
        </p:nvSpPr>
        <p:spPr>
          <a:xfrm>
            <a:off x="628650" y="678263"/>
            <a:ext cx="7886700" cy="527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s" sz="2000">
                <a:latin typeface="DM Sans"/>
                <a:ea typeface="DM Sans"/>
                <a:cs typeface="DM Sans"/>
                <a:sym typeface="DM Sans"/>
              </a:rPr>
              <a:t>Título del subapartado</a:t>
            </a:r>
            <a:endParaRPr b="1" sz="2000">
              <a:solidFill>
                <a:srgbClr val="000000"/>
              </a:solidFill>
              <a:latin typeface="DM Sans"/>
              <a:ea typeface="DM Sans"/>
              <a:cs typeface="DM Sans"/>
              <a:sym typeface="DM Sans"/>
            </a:endParaRPr>
          </a:p>
        </p:txBody>
      </p:sp>
      <p:sp>
        <p:nvSpPr>
          <p:cNvPr id="106" name="Google Shape;106;p19"/>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107" name="Google Shape;107;p19"/>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108" name="Google Shape;108;p19"/>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pic>
        <p:nvPicPr>
          <p:cNvPr id="109" name="Google Shape;109;p19"/>
          <p:cNvPicPr preferRelativeResize="0"/>
          <p:nvPr/>
        </p:nvPicPr>
        <p:blipFill rotWithShape="1">
          <a:blip r:embed="rId3">
            <a:alphaModFix/>
          </a:blip>
          <a:srcRect b="15645" l="0" r="0" t="15645"/>
          <a:stretch/>
        </p:blipFill>
        <p:spPr>
          <a:xfrm>
            <a:off x="4680000" y="1368000"/>
            <a:ext cx="3834001" cy="300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nvSpPr>
        <p:spPr>
          <a:xfrm>
            <a:off x="628650" y="704112"/>
            <a:ext cx="3834000" cy="37353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200"/>
              </a:spcBef>
              <a:spcAft>
                <a:spcPts val="0"/>
              </a:spcAft>
              <a:buNone/>
            </a:pPr>
            <a:r>
              <a:rPr lang="es" sz="1300">
                <a:latin typeface="DM Sans"/>
                <a:ea typeface="DM Sans"/>
                <a:cs typeface="DM Sans"/>
                <a:sym typeface="DM Sans"/>
              </a:rPr>
              <a:t>Lorem ipsum dolor sit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300">
              <a:latin typeface="DM Sans"/>
              <a:ea typeface="DM Sans"/>
              <a:cs typeface="DM Sans"/>
              <a:sym typeface="DM Sans"/>
            </a:endParaRPr>
          </a:p>
          <a:p>
            <a:pPr indent="0" lvl="0" marL="0" rtl="0" algn="just">
              <a:lnSpc>
                <a:spcPct val="150000"/>
              </a:lnSpc>
              <a:spcBef>
                <a:spcPts val="1200"/>
              </a:spcBef>
              <a:spcAft>
                <a:spcPts val="0"/>
              </a:spcAft>
              <a:buNone/>
            </a:pPr>
            <a:r>
              <a:rPr lang="es" sz="1300">
                <a:solidFill>
                  <a:schemeClr val="dk1"/>
                </a:solidFill>
                <a:latin typeface="DM Sans"/>
                <a:ea typeface="DM Sans"/>
                <a:cs typeface="DM Sans"/>
                <a:sym typeface="DM Sans"/>
              </a:rPr>
              <a:t>"Sed ut perspiciatis unde omnis iste natus error sit voluptatem accusantium doloremque.</a:t>
            </a:r>
            <a:endParaRPr sz="1300">
              <a:solidFill>
                <a:schemeClr val="dk1"/>
              </a:solidFill>
              <a:latin typeface="DM Sans"/>
              <a:ea typeface="DM Sans"/>
              <a:cs typeface="DM Sans"/>
              <a:sym typeface="DM Sans"/>
            </a:endParaRPr>
          </a:p>
        </p:txBody>
      </p:sp>
      <p:sp>
        <p:nvSpPr>
          <p:cNvPr id="115" name="Google Shape;115;p20"/>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116" name="Google Shape;116;p20"/>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117" name="Google Shape;117;p20"/>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pic>
        <p:nvPicPr>
          <p:cNvPr id="118" name="Google Shape;118;p20"/>
          <p:cNvPicPr preferRelativeResize="0"/>
          <p:nvPr/>
        </p:nvPicPr>
        <p:blipFill rotWithShape="1">
          <a:blip r:embed="rId3">
            <a:alphaModFix/>
          </a:blip>
          <a:srcRect b="8807" l="0" r="0" t="8807"/>
          <a:stretch/>
        </p:blipFill>
        <p:spPr>
          <a:xfrm>
            <a:off x="4680000" y="771750"/>
            <a:ext cx="3834001" cy="35999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nvSpPr>
        <p:spPr>
          <a:xfrm>
            <a:off x="628650" y="678263"/>
            <a:ext cx="7886700" cy="527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s" sz="2000">
                <a:latin typeface="DM Sans"/>
                <a:ea typeface="DM Sans"/>
                <a:cs typeface="DM Sans"/>
                <a:sym typeface="DM Sans"/>
              </a:rPr>
              <a:t>Título del subapartado</a:t>
            </a:r>
            <a:endParaRPr b="1" sz="2000">
              <a:solidFill>
                <a:srgbClr val="000000"/>
              </a:solidFill>
              <a:latin typeface="DM Sans"/>
              <a:ea typeface="DM Sans"/>
              <a:cs typeface="DM Sans"/>
              <a:sym typeface="DM Sans"/>
            </a:endParaRPr>
          </a:p>
        </p:txBody>
      </p:sp>
      <p:sp>
        <p:nvSpPr>
          <p:cNvPr id="124" name="Google Shape;124;p21"/>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125" name="Google Shape;125;p21"/>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126" name="Google Shape;126;p21"/>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sp>
        <p:nvSpPr>
          <p:cNvPr id="127" name="Google Shape;127;p21"/>
          <p:cNvSpPr txBox="1"/>
          <p:nvPr/>
        </p:nvSpPr>
        <p:spPr>
          <a:xfrm>
            <a:off x="4680000" y="1296000"/>
            <a:ext cx="3833100" cy="31176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000"/>
              </a:spcBef>
              <a:spcAft>
                <a:spcPts val="0"/>
              </a:spcAft>
              <a:buNone/>
            </a:pPr>
            <a:r>
              <a:rPr lang="es" sz="1300">
                <a:solidFill>
                  <a:schemeClr val="dk1"/>
                </a:solidFill>
                <a:latin typeface="DM Sans"/>
                <a:ea typeface="DM Sans"/>
                <a:cs typeface="DM Sans"/>
                <a:sym typeface="DM Sans"/>
              </a:rPr>
              <a:t>Lorem ipsum dolor sit amet, consectetur adipiscing elit, do eiusmod tempor incididunt ut labore et dolore magna aliqua. Ut enim ad minim veniam, quis nostrud exercitation ullamco laboris nisi it aliquip ex ea commodo consequat. </a:t>
            </a:r>
            <a:endParaRPr sz="1300">
              <a:solidFill>
                <a:schemeClr val="dk1"/>
              </a:solidFill>
              <a:latin typeface="DM Sans"/>
              <a:ea typeface="DM Sans"/>
              <a:cs typeface="DM Sans"/>
              <a:sym typeface="DM Sans"/>
            </a:endParaRPr>
          </a:p>
          <a:p>
            <a:pPr indent="0" lvl="0" marL="0" rtl="0" algn="just">
              <a:lnSpc>
                <a:spcPct val="150000"/>
              </a:lnSpc>
              <a:spcBef>
                <a:spcPts val="1200"/>
              </a:spcBef>
              <a:spcAft>
                <a:spcPts val="0"/>
              </a:spcAft>
              <a:buNone/>
            </a:pPr>
            <a:r>
              <a:rPr lang="es" sz="1300">
                <a:solidFill>
                  <a:schemeClr val="dk1"/>
                </a:solidFill>
                <a:latin typeface="DM Sans"/>
                <a:ea typeface="DM Sans"/>
                <a:cs typeface="DM Sans"/>
                <a:sym typeface="DM Sans"/>
              </a:rPr>
              <a:t>Lorem ipsum dolor sit amet, consectetur adipiscing elit, sed eiusmod tempor incididunt ut labore et dolore magna aliqua. Enim ad minim veniam, quis nostrud exercitation ullamco labori nisi ut aliquip ex ea commodo consequat. </a:t>
            </a:r>
            <a:endParaRPr sz="1300">
              <a:solidFill>
                <a:schemeClr val="dk1"/>
              </a:solidFill>
              <a:latin typeface="DM Sans"/>
              <a:ea typeface="DM Sans"/>
              <a:cs typeface="DM Sans"/>
              <a:sym typeface="DM Sans"/>
            </a:endParaRPr>
          </a:p>
          <a:p>
            <a:pPr indent="0" lvl="0" marL="0" rtl="0" algn="just">
              <a:lnSpc>
                <a:spcPct val="150000"/>
              </a:lnSpc>
              <a:spcBef>
                <a:spcPts val="1200"/>
              </a:spcBef>
              <a:spcAft>
                <a:spcPts val="0"/>
              </a:spcAft>
              <a:buNone/>
            </a:pPr>
            <a:r>
              <a:t/>
            </a:r>
            <a:endParaRPr sz="1300">
              <a:latin typeface="DM Sans"/>
              <a:ea typeface="DM Sans"/>
              <a:cs typeface="DM Sans"/>
              <a:sym typeface="DM Sans"/>
            </a:endParaRPr>
          </a:p>
        </p:txBody>
      </p:sp>
      <p:sp>
        <p:nvSpPr>
          <p:cNvPr id="128" name="Google Shape;128;p21"/>
          <p:cNvSpPr txBox="1"/>
          <p:nvPr/>
        </p:nvSpPr>
        <p:spPr>
          <a:xfrm>
            <a:off x="630000" y="1296000"/>
            <a:ext cx="3833100" cy="31176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000"/>
              </a:spcBef>
              <a:spcAft>
                <a:spcPts val="0"/>
              </a:spcAft>
              <a:buNone/>
            </a:pPr>
            <a:r>
              <a:rPr lang="es" sz="1300">
                <a:latin typeface="DM Sans"/>
                <a:ea typeface="DM Sans"/>
                <a:cs typeface="DM Sans"/>
                <a:sym typeface="DM Sans"/>
              </a:rPr>
              <a:t>Lorem ipsum dolor sit amet, consectetur adipiscing elit, do eiusmod tempor incididu</a:t>
            </a:r>
            <a:r>
              <a:rPr lang="es" sz="1300">
                <a:latin typeface="DM Sans"/>
                <a:ea typeface="DM Sans"/>
                <a:cs typeface="DM Sans"/>
                <a:sym typeface="DM Sans"/>
              </a:rPr>
              <a:t>nt</a:t>
            </a:r>
            <a:r>
              <a:rPr lang="es" sz="1300">
                <a:latin typeface="DM Sans"/>
                <a:ea typeface="DM Sans"/>
                <a:cs typeface="DM Sans"/>
                <a:sym typeface="DM Sans"/>
              </a:rPr>
              <a:t> ut labore et dolore magna aliqua. Ut enim ad minim veniam, quis nostrud exercitation ullamco laboris nisi it aliquip ex ea commodo consequat. </a:t>
            </a:r>
            <a:endParaRPr sz="1300">
              <a:latin typeface="DM Sans"/>
              <a:ea typeface="DM Sans"/>
              <a:cs typeface="DM Sans"/>
              <a:sym typeface="DM Sans"/>
            </a:endParaRPr>
          </a:p>
          <a:p>
            <a:pPr indent="0" lvl="0" marL="0" rtl="0" algn="just">
              <a:lnSpc>
                <a:spcPct val="150000"/>
              </a:lnSpc>
              <a:spcBef>
                <a:spcPts val="1200"/>
              </a:spcBef>
              <a:spcAft>
                <a:spcPts val="0"/>
              </a:spcAft>
              <a:buNone/>
            </a:pPr>
            <a:r>
              <a:rPr lang="es" sz="1300">
                <a:solidFill>
                  <a:schemeClr val="dk1"/>
                </a:solidFill>
                <a:latin typeface="DM Sans"/>
                <a:ea typeface="DM Sans"/>
                <a:cs typeface="DM Sans"/>
                <a:sym typeface="DM Sans"/>
              </a:rPr>
              <a:t>Lorem ipsum dolor sit amet, consectetur adipiscing elit, sed eiusmod tempor incididunt ut labore et dolore magna aliqua. Enim ad minim veniam, quis nostrud exercitation ullamco labori nisi ut aliquip ex ea commodo consequat. </a:t>
            </a:r>
            <a:endParaRPr sz="1300">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nvSpPr>
        <p:spPr>
          <a:xfrm>
            <a:off x="628650" y="678263"/>
            <a:ext cx="7886700" cy="527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s" sz="2000">
                <a:latin typeface="DM Sans"/>
                <a:ea typeface="DM Sans"/>
                <a:cs typeface="DM Sans"/>
                <a:sym typeface="DM Sans"/>
              </a:rPr>
              <a:t>Título del subapartado</a:t>
            </a:r>
            <a:endParaRPr b="1" sz="2000">
              <a:solidFill>
                <a:srgbClr val="000000"/>
              </a:solidFill>
              <a:latin typeface="DM Sans"/>
              <a:ea typeface="DM Sans"/>
              <a:cs typeface="DM Sans"/>
              <a:sym typeface="DM Sans"/>
            </a:endParaRPr>
          </a:p>
        </p:txBody>
      </p:sp>
      <p:sp>
        <p:nvSpPr>
          <p:cNvPr id="134" name="Google Shape;134;p22"/>
          <p:cNvSpPr txBox="1"/>
          <p:nvPr/>
        </p:nvSpPr>
        <p:spPr>
          <a:xfrm>
            <a:off x="628650" y="1296000"/>
            <a:ext cx="7886700" cy="31176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200"/>
              </a:spcBef>
              <a:spcAft>
                <a:spcPts val="0"/>
              </a:spcAft>
              <a:buNone/>
            </a:pPr>
            <a:r>
              <a:rPr lang="es" sz="1300">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a:t>
            </a:r>
            <a:endParaRPr sz="1300">
              <a:latin typeface="DM Sans"/>
              <a:ea typeface="DM Sans"/>
              <a:cs typeface="DM Sans"/>
              <a:sym typeface="DM Sans"/>
            </a:endParaRPr>
          </a:p>
        </p:txBody>
      </p:sp>
      <p:sp>
        <p:nvSpPr>
          <p:cNvPr id="135" name="Google Shape;135;p22"/>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136" name="Google Shape;136;p22"/>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137" name="Google Shape;137;p22"/>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pic>
        <p:nvPicPr>
          <p:cNvPr id="138" name="Google Shape;138;p22"/>
          <p:cNvPicPr preferRelativeResize="0"/>
          <p:nvPr/>
        </p:nvPicPr>
        <p:blipFill rotWithShape="1">
          <a:blip r:embed="rId3">
            <a:alphaModFix/>
          </a:blip>
          <a:srcRect b="22502" l="0" r="0" t="22496"/>
          <a:stretch/>
        </p:blipFill>
        <p:spPr>
          <a:xfrm>
            <a:off x="702000" y="2433600"/>
            <a:ext cx="7740001" cy="1979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144" name="Google Shape;144;p23"/>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145" name="Google Shape;145;p23"/>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sp>
        <p:nvSpPr>
          <p:cNvPr id="146" name="Google Shape;146;p23"/>
          <p:cNvSpPr txBox="1"/>
          <p:nvPr/>
        </p:nvSpPr>
        <p:spPr>
          <a:xfrm>
            <a:off x="628650" y="704107"/>
            <a:ext cx="7886700" cy="1570800"/>
          </a:xfrm>
          <a:prstGeom prst="rect">
            <a:avLst/>
          </a:prstGeom>
          <a:noFill/>
          <a:ln>
            <a:noFill/>
          </a:ln>
        </p:spPr>
        <p:txBody>
          <a:bodyPr anchorCtr="0" anchor="t" bIns="34275" lIns="68575" spcFirstLastPara="1" rIns="68575" wrap="square" tIns="34275">
            <a:noAutofit/>
          </a:bodyPr>
          <a:lstStyle/>
          <a:p>
            <a:pPr indent="0" lvl="0" marL="0" rtl="0" algn="just">
              <a:lnSpc>
                <a:spcPct val="150000"/>
              </a:lnSpc>
              <a:spcBef>
                <a:spcPts val="1200"/>
              </a:spcBef>
              <a:spcAft>
                <a:spcPts val="0"/>
              </a:spcAft>
              <a:buNone/>
            </a:pPr>
            <a:r>
              <a:rPr lang="es" sz="1300">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300">
              <a:solidFill>
                <a:schemeClr val="dk1"/>
              </a:solidFill>
              <a:latin typeface="DM Sans"/>
              <a:ea typeface="DM Sans"/>
              <a:cs typeface="DM Sans"/>
              <a:sym typeface="DM Sans"/>
            </a:endParaRPr>
          </a:p>
        </p:txBody>
      </p:sp>
      <p:pic>
        <p:nvPicPr>
          <p:cNvPr id="147" name="Google Shape;147;p23"/>
          <p:cNvPicPr preferRelativeResize="0"/>
          <p:nvPr/>
        </p:nvPicPr>
        <p:blipFill rotWithShape="1">
          <a:blip r:embed="rId3">
            <a:alphaModFix/>
          </a:blip>
          <a:srcRect b="22502" l="0" r="0" t="22496"/>
          <a:stretch/>
        </p:blipFill>
        <p:spPr>
          <a:xfrm>
            <a:off x="702000" y="2433600"/>
            <a:ext cx="7740001" cy="1979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nvSpPr>
        <p:spPr>
          <a:xfrm>
            <a:off x="628650" y="678263"/>
            <a:ext cx="7886700" cy="527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None/>
            </a:pPr>
            <a:r>
              <a:rPr b="1" lang="es" sz="2000">
                <a:latin typeface="DM Sans"/>
                <a:ea typeface="DM Sans"/>
                <a:cs typeface="DM Sans"/>
                <a:sym typeface="DM Sans"/>
              </a:rPr>
              <a:t>Título del subapartado</a:t>
            </a:r>
            <a:endParaRPr b="1" sz="2000">
              <a:solidFill>
                <a:srgbClr val="000000"/>
              </a:solidFill>
              <a:latin typeface="DM Sans"/>
              <a:ea typeface="DM Sans"/>
              <a:cs typeface="DM Sans"/>
              <a:sym typeface="DM Sans"/>
            </a:endParaRPr>
          </a:p>
        </p:txBody>
      </p:sp>
      <p:sp>
        <p:nvSpPr>
          <p:cNvPr id="153" name="Google Shape;153;p24"/>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154" name="Google Shape;154;p24"/>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155" name="Google Shape;155;p24"/>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pic>
        <p:nvPicPr>
          <p:cNvPr id="156" name="Google Shape;156;p24"/>
          <p:cNvPicPr preferRelativeResize="0"/>
          <p:nvPr/>
        </p:nvPicPr>
        <p:blipFill rotWithShape="1">
          <a:blip r:embed="rId3">
            <a:alphaModFix/>
          </a:blip>
          <a:srcRect b="6703" l="0" r="0" t="6694"/>
          <a:stretch/>
        </p:blipFill>
        <p:spPr>
          <a:xfrm>
            <a:off x="702000" y="1296000"/>
            <a:ext cx="7740001" cy="3117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nvSpPr>
        <p:spPr>
          <a:xfrm>
            <a:off x="152400" y="120225"/>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NOMBRE DEL APARTADO</a:t>
            </a:r>
            <a:endParaRPr sz="700">
              <a:solidFill>
                <a:srgbClr val="303030"/>
              </a:solidFill>
              <a:latin typeface="DM Sans Medium"/>
              <a:ea typeface="DM Sans Medium"/>
              <a:cs typeface="DM Sans Medium"/>
              <a:sym typeface="DM Sans Medium"/>
            </a:endParaRPr>
          </a:p>
        </p:txBody>
      </p:sp>
      <p:sp>
        <p:nvSpPr>
          <p:cNvPr id="162" name="Google Shape;162;p25"/>
          <p:cNvSpPr txBox="1"/>
          <p:nvPr/>
        </p:nvSpPr>
        <p:spPr>
          <a:xfrm>
            <a:off x="152400" y="4767263"/>
            <a:ext cx="1681500" cy="2463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s" sz="700">
                <a:solidFill>
                  <a:srgbClr val="303030"/>
                </a:solidFill>
                <a:latin typeface="DM Sans Medium"/>
                <a:ea typeface="DM Sans Medium"/>
                <a:cs typeface="DM Sans Medium"/>
                <a:sym typeface="DM Sans Medium"/>
              </a:rPr>
              <a:t>TÍTULO DE LA PRESENTACIÓN</a:t>
            </a:r>
            <a:endParaRPr sz="700">
              <a:solidFill>
                <a:srgbClr val="303030"/>
              </a:solidFill>
              <a:latin typeface="DM Sans Medium"/>
              <a:ea typeface="DM Sans Medium"/>
              <a:cs typeface="DM Sans Medium"/>
              <a:sym typeface="DM Sans Medium"/>
            </a:endParaRPr>
          </a:p>
        </p:txBody>
      </p:sp>
      <p:sp>
        <p:nvSpPr>
          <p:cNvPr id="163" name="Google Shape;163;p25"/>
          <p:cNvSpPr txBox="1"/>
          <p:nvPr/>
        </p:nvSpPr>
        <p:spPr>
          <a:xfrm>
            <a:off x="7291132" y="120225"/>
            <a:ext cx="1681500" cy="246300"/>
          </a:xfrm>
          <a:prstGeom prst="rect">
            <a:avLst/>
          </a:prstGeom>
          <a:noFill/>
          <a:ln>
            <a:noFill/>
          </a:ln>
        </p:spPr>
        <p:txBody>
          <a:bodyPr anchorCtr="0" anchor="t" bIns="68575" lIns="68575" spcFirstLastPara="1" rIns="68575" wrap="square" tIns="68575">
            <a:spAutoFit/>
          </a:bodyPr>
          <a:lstStyle/>
          <a:p>
            <a:pPr indent="0" lvl="0" marL="0" rtl="0" algn="r">
              <a:spcBef>
                <a:spcPts val="0"/>
              </a:spcBef>
              <a:spcAft>
                <a:spcPts val="0"/>
              </a:spcAft>
              <a:buNone/>
            </a:pPr>
            <a:r>
              <a:rPr lang="es" sz="700">
                <a:solidFill>
                  <a:srgbClr val="303030"/>
                </a:solidFill>
                <a:latin typeface="DM Sans Medium"/>
                <a:ea typeface="DM Sans Medium"/>
                <a:cs typeface="DM Sans Medium"/>
                <a:sym typeface="DM Sans Medium"/>
              </a:rPr>
              <a:t>FECHA (EJ. AÑO)</a:t>
            </a:r>
            <a:endParaRPr sz="700">
              <a:solidFill>
                <a:srgbClr val="303030"/>
              </a:solidFill>
              <a:latin typeface="DM Sans Medium"/>
              <a:ea typeface="DM Sans Medium"/>
              <a:cs typeface="DM Sans Medium"/>
              <a:sym typeface="DM Sans Medium"/>
            </a:endParaRPr>
          </a:p>
        </p:txBody>
      </p:sp>
      <p:pic>
        <p:nvPicPr>
          <p:cNvPr id="164" name="Google Shape;164;p25"/>
          <p:cNvPicPr preferRelativeResize="0"/>
          <p:nvPr/>
        </p:nvPicPr>
        <p:blipFill>
          <a:blip r:embed="rId3">
            <a:alphaModFix/>
          </a:blip>
          <a:stretch>
            <a:fillRect/>
          </a:stretch>
        </p:blipFill>
        <p:spPr>
          <a:xfrm>
            <a:off x="702000" y="771750"/>
            <a:ext cx="7740001" cy="3600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 name="Shape 16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